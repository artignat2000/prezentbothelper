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>
                <a:solidFill>
                  <a:srgbClr val="38BDF8"/>
                </a:solidFill>
                <a:latin typeface="Arial"/>
              </a:rPr>
              <a:t>Telegram 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Умный помощник</a:t>
            </a:r>
          </a:p>
          <a:p>
            <a:pPr algn="l"/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Проект Виктора Игнатьева | НААШ 186</a:t>
            </a:r>
          </a:p>
        </p:txBody>
      </p:sp>
      <p:pic>
        <p:nvPicPr>
          <p:cNvPr id="4" name="Picture 3" descr="Liik_Prez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30352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>
                <a:solidFill>
                  <a:srgbClr val="38BDF8"/>
                </a:solidFill>
                <a:latin typeface="Arial"/>
              </a:rPr>
              <a:t>Для кого этот бот?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Помощник в учёбе и организации дня</a:t>
            </a:r>
          </a:p>
          <a:p>
            <a:pPr algn="l"/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Контроль расписания и успехов</a:t>
            </a:r>
          </a:p>
          <a:p>
            <a:pPr algn="l"/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Следить за новостями из школы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>
                <a:solidFill>
                  <a:srgbClr val="38BDF8"/>
                </a:solidFill>
                <a:latin typeface="Arial"/>
              </a:rPr>
              <a:t>Что умеет делать бот?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- Расписание:уроков, звонков, питания, каникул, тренировок, кружков</a:t>
            </a:r>
          </a:p>
          <a:p>
            <a:pPr algn="l"/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- Шкала оценок— полезная справка</a:t>
            </a:r>
          </a:p>
          <a:p>
            <a:pPr algn="l"/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- V labs— школа программирования с задачами</a:t>
            </a:r>
          </a:p>
          <a:p>
            <a:pPr algn="l"/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- Учебники— доступ к любой странице по номеру</a:t>
            </a:r>
          </a:p>
          <a:p>
            <a:pPr algn="l"/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- Библиотека— каталог книг и материалов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>
                <a:solidFill>
                  <a:srgbClr val="38BDF8"/>
                </a:solidFill>
                <a:latin typeface="Arial"/>
              </a:rPr>
              <a:t>Как всё работает?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⚡ Быстро</a:t>
            </a:r>
          </a:p>
          <a:p>
            <a:pPr algn="l"/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Мгновенный ответ</a:t>
            </a:r>
          </a:p>
          <a:p>
            <a:pPr algn="l"/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✨ Удобно</a:t>
            </a:r>
          </a:p>
          <a:p>
            <a:pPr algn="l"/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В Telegram, без логина</a:t>
            </a:r>
          </a:p>
          <a:p>
            <a:pPr algn="l"/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🕐 24/7</a:t>
            </a:r>
          </a:p>
          <a:p>
            <a:pPr algn="l"/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Всегда доступен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>
                <a:solidFill>
                  <a:srgbClr val="38BDF8"/>
                </a:solidFill>
                <a:latin typeface="Arial"/>
              </a:rPr>
              <a:t>Что такое Telegram-бот?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- Специальная программа в Telegram, реагирующая на команды</a:t>
            </a:r>
          </a:p>
          <a:p>
            <a:pPr algn="l"/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- Автоматически обрабатывает сообщения и отправляет ответы</a:t>
            </a:r>
          </a:p>
          <a:p>
            <a:pPr algn="l"/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- Работает 24/7 на серверах Telegram</a:t>
            </a:r>
          </a:p>
          <a:p>
            <a:pPr algn="l"/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- Может выполнять полезные задачи для пользователей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>
                <a:solidFill>
                  <a:srgbClr val="38BDF8"/>
                </a:solidFill>
                <a:latin typeface="Arial"/>
              </a:rPr>
              <a:t>Зачем нужны Telegram-боты?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- Автоматизация повторяющихся задач</a:t>
            </a:r>
          </a:p>
          <a:p>
            <a:pPr algn="l"/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- Помощь в учёбе и организации времени</a:t>
            </a:r>
          </a:p>
          <a:p>
            <a:pPr algn="l"/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- Игры и развлечения для пользователей</a:t>
            </a:r>
          </a:p>
          <a:p>
            <a:pPr algn="l"/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- Рассылка важной информации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>
                <a:solidFill>
                  <a:srgbClr val="38BDF8"/>
                </a:solidFill>
                <a:latin typeface="Arial"/>
              </a:rPr>
              <a:t>Технологии для создания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- Python— язык программирования</a:t>
            </a:r>
          </a:p>
          <a:p>
            <a:pPr algn="l"/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- Telegram Bot API— интерфейс для работы с платформой</a:t>
            </a:r>
          </a:p>
          <a:p>
            <a:pPr algn="l"/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- Aiogram— асинхронная библиотека для создания Telegram-ботов на Python</a:t>
            </a:r>
          </a:p>
          <a:p>
            <a:pPr algn="l"/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- BotFather— инструмент для регистрации ботов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>
                <a:solidFill>
                  <a:srgbClr val="38BDF8"/>
                </a:solidFill>
                <a:latin typeface="Arial"/>
              </a:rPr>
              <a:t>Как работает бот? (Схема)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Пользователь</a:t>
            </a:r>
          </a:p>
          <a:p>
            <a:pPr algn="l"/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👤</a:t>
            </a:r>
          </a:p>
          <a:p>
            <a:pPr algn="l"/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→</a:t>
            </a:r>
          </a:p>
          <a:p>
            <a:pPr algn="l"/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Telegram API</a:t>
            </a:r>
          </a:p>
          <a:p>
            <a:pPr algn="l"/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📡</a:t>
            </a:r>
          </a:p>
          <a:p>
            <a:pPr algn="l"/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→</a:t>
            </a:r>
          </a:p>
          <a:p>
            <a:pPr algn="l"/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Бот (Python)</a:t>
            </a:r>
          </a:p>
          <a:p>
            <a:pPr algn="l"/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>
                <a:solidFill>
                  <a:srgbClr val="38BDF8"/>
                </a:solidFill>
                <a:latin typeface="Arial"/>
              </a:rPr>
              <a:t>Команды бота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- /start — начать работу</a:t>
            </a:r>
          </a:p>
          <a:p>
            <a:pPr algn="l"/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- /menu — главное меню</a:t>
            </a:r>
          </a:p>
          <a:p>
            <a:pPr algn="l"/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- /help — справка доступных командах</a:t>
            </a:r>
          </a:p>
          <a:p>
            <a:pPr algn="l"/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- /info — информация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>
                <a:solidFill>
                  <a:srgbClr val="38BDF8"/>
                </a:solidFill>
                <a:latin typeface="Arial"/>
              </a:rPr>
              <a:t>Пример кода на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from telegram import Update</a:t>
            </a:r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from telegram.ext import Application</a:t>
            </a:r>
          </a:p>
          <a:p>
            <a:pPr algn="l"/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async def start(update, context):</a:t>
            </a:r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    await update.message.reply_text(</a:t>
            </a:r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        'Привет! Я твой помощник 🤖'</a:t>
            </a:r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    )</a:t>
            </a:r>
          </a:p>
          <a:p>
            <a:pPr algn="l"/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async def help_command(update, context):</a:t>
            </a:r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    await update.message.reply_text(</a:t>
            </a:r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        '/start - начало\n/help - помощь'</a:t>
            </a:r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    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>
                <a:solidFill>
                  <a:srgbClr val="38BDF8"/>
                </a:solidFill>
                <a:latin typeface="Arial"/>
              </a:rPr>
              <a:t>Как разработать?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- Установить Python на компьютер</a:t>
            </a:r>
          </a:p>
          <a:p>
            <a:pPr algn="l"/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- Создать бота через @BotFather (получить токен)</a:t>
            </a:r>
          </a:p>
          <a:p>
            <a:pPr algn="l"/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- Установить библиотеку Aiogram</a:t>
            </a:r>
          </a:p>
          <a:p>
            <a:pPr algn="l"/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- Написать код программы</a:t>
            </a:r>
          </a:p>
          <a:p>
            <a:pPr algn="l"/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- Запустить бота и тестировать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>
                <a:solidFill>
                  <a:srgbClr val="38BDF8"/>
                </a:solidFill>
                <a:latin typeface="Arial"/>
              </a:rPr>
              <a:t>Задачи в разработке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Доступ к любой странице по номеру</a:t>
            </a:r>
          </a:p>
          <a:p>
            <a:pPr algn="l"/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Каталог книг и материалов</a:t>
            </a:r>
          </a:p>
          <a:p>
            <a:pPr algn="l"/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Помощь с домашней работой и объяснением тем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>
                <a:solidFill>
                  <a:srgbClr val="38BDF8"/>
                </a:solidFill>
                <a:latin typeface="Arial"/>
              </a:rPr>
              <a:t>Спасибо за внимание!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Начни пользоваться ботом уже сегодня 🚀</a:t>
            </a:r>
          </a:p>
          <a:p>
            <a:pPr algn="l"/>
          </a:p>
          <a:p>
            <a:pPr algn="l"/>
            <a:r>
              <a:rPr sz="1800">
                <a:solidFill>
                  <a:srgbClr val="F1F5F9"/>
                </a:solidFill>
                <a:latin typeface="Arial"/>
              </a:rPr>
              <a:t>Вопросы?</a:t>
            </a:r>
          </a:p>
        </p:txBody>
      </p:sp>
      <p:pic>
        <p:nvPicPr>
          <p:cNvPr id="4" name="Picture 3" descr="Liik_Prez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30352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